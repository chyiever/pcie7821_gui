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490" y="32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15C6A-1E1C-F14F-1CFE-195692B1E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20D4F3-8AB3-A4AE-648F-B1B3D248B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DC866-0199-C695-5CBD-0C5D49A1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F581C-D41F-004B-EC9D-8701B915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03614D-9F35-3C37-442D-F98B8F21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255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B7146-E63E-49D5-595E-09DC0BE3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371BFC-A352-CE0E-F871-1137FE259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DB5D0-7E8C-3105-01E8-305C5956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E1671-0472-38FF-188D-D5D14106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B6FF6B-C22A-081A-F40E-84853DE5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52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6E504-3C1D-4F44-ADC0-0BB1A2AC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D0720-C176-88D2-5A2A-4964EA74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A4865-B72E-BE07-643F-D2A1B6DF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A6B458-8C36-32B3-169B-7326F47C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5B91-17C6-33CC-C4DE-6FA82527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14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A2F4C-F3A2-2F6A-B6B2-38721448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4071E-A8AB-6D6A-C194-CFBF4BB0F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EAC8E9-8D7B-4D5D-0350-698B715D9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A04D75-ADF0-A5F3-361A-633AC19D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A90BFB-E5E0-3DAA-2771-34F6A937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DED76B-B28A-39ED-7A53-3C6CA800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5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35121-8E09-8EA9-27C0-5EADC39C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333D1C-53AE-42F4-6AA8-DB42E165F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88A90D-69EC-37BA-78BA-16C352698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9A0BB9-F49E-78AE-3511-A08300567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A6E1CC-EC68-EA56-17EC-977FC0CCF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8CE12D-E989-F5F6-AECE-9EF2857F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5DE5EA-942E-7296-575C-D9B405E3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8664B3-1477-A917-64FF-8162AF53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07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949E8-B601-27F0-C58C-B591955E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044BE5-AF05-A74F-9BC2-B5F5F000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1D65D2-E882-D3A2-3551-C3AF3428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61E34C-0E2E-30AA-25FD-94079CD0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23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8E47B4-221F-05B1-9615-FC4E7790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833B8E-2A19-AD16-12C7-F998F0A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1995E-C211-0BB8-F3DA-4ACE5C1B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30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B4F3B-E852-B749-A1A2-BE87E47A3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F77EA3-EBAE-C7E4-4787-422570135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5F6FED-DE80-EB02-5FE2-CAB4EE7F5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659B78-274E-C2F1-0BC6-A3227BC8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74D154-E214-B068-47FC-1AE6B5F9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3AA271-EAF0-12F7-63DF-1F3A9D69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56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EAF128-105E-F763-83B8-716AD70D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3052B2-202F-6182-5D28-D691A7116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5C32A0-8D06-5215-EB4A-0E0F790D5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E22452-22FB-F3B5-92DF-1B442204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BB8512-EB16-687F-4DF2-DD652585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1CFEB2-6D02-3BFA-3C55-F073CDDC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91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F7F67-88DA-433F-D682-C443C5591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83D3D9-A90E-4303-951D-4D241F7CB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0D9A0-71B8-5847-7344-645547600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F6AC4-25E4-B082-6740-3C91C7CF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807DE0-2825-5E6E-8850-2C791806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15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26A941-94AB-2206-C9E9-20DBF7BB2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EBC038-3BE6-6520-3641-1CCDAAC48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CBA1B-ED2C-3261-17AC-E667343F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04C551-D16E-33ED-F13F-40A2B955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1F2773-2B3C-DDF6-9E8D-822259CD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07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C3243D-49D5-D759-50C2-71AFAECD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D58956-F91E-5D27-B20C-112291A3F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4B71F-9471-2D05-0842-D143472C3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97ED2-E3BE-40F4-A090-889988EB2DF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ABB40-575C-799C-1170-BD38AA353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F96C0-7FF7-87E9-74FA-A0E86CC4F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B13B0-BA81-4C20-B01D-48F29169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60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AFEFF-F728-EC71-5A0D-D814DF0D1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F6DD78-6353-ED31-8BCD-2ED8C8CEA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DF0AB28-4C86-2471-6CC8-684CF0245841}"/>
              </a:ext>
            </a:extLst>
          </p:cNvPr>
          <p:cNvSpPr/>
          <p:nvPr/>
        </p:nvSpPr>
        <p:spPr>
          <a:xfrm>
            <a:off x="1324884" y="1186463"/>
            <a:ext cx="3251964" cy="3097452"/>
          </a:xfrm>
          <a:prstGeom prst="roundRect">
            <a:avLst>
              <a:gd name="adj" fmla="val 14003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白板&#10;&#10;AI 生成的内容可能不正确。">
            <a:extLst>
              <a:ext uri="{FF2B5EF4-FFF2-40B4-BE49-F238E27FC236}">
                <a16:creationId xmlns:a16="http://schemas.microsoft.com/office/drawing/2014/main" id="{6A78596C-2A1A-A7D0-BF8A-C91358DD8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136" y="1169000"/>
            <a:ext cx="3145360" cy="31453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8382CD3-F5D3-AECD-F678-1D0347E82D75}"/>
              </a:ext>
            </a:extLst>
          </p:cNvPr>
          <p:cNvSpPr txBox="1"/>
          <p:nvPr/>
        </p:nvSpPr>
        <p:spPr>
          <a:xfrm>
            <a:off x="6373300" y="-544352"/>
            <a:ext cx="61864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b="1" kern="0" spc="-1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oxigenesis Rg" panose="020B0803040200010104" pitchFamily="34" charset="0"/>
                <a:ea typeface="Segoe UI Emoji" panose="020B0502040204020203" pitchFamily="34" charset="0"/>
              </a:rPr>
              <a:t>eDAS</a:t>
            </a:r>
            <a:endParaRPr lang="zh-CN" altLang="en-US" sz="11500" b="1" kern="0" spc="-100" dirty="0">
              <a:solidFill>
                <a:schemeClr val="tx2">
                  <a:lumMod val="90000"/>
                  <a:lumOff val="10000"/>
                </a:schemeClr>
              </a:solidFill>
              <a:latin typeface="Toxigenesis Rg" panose="020B08030402000101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1ED220A-4BC0-BDE6-02ED-0E192B47329F}"/>
              </a:ext>
            </a:extLst>
          </p:cNvPr>
          <p:cNvGrpSpPr/>
          <p:nvPr/>
        </p:nvGrpSpPr>
        <p:grpSpPr>
          <a:xfrm>
            <a:off x="1524000" y="-1274502"/>
            <a:ext cx="3328974" cy="1460300"/>
            <a:chOff x="3354222" y="1996200"/>
            <a:chExt cx="3328974" cy="14603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94E7BAF-C54F-7D81-5061-7A280074DD3E}"/>
                </a:ext>
              </a:extLst>
            </p:cNvPr>
            <p:cNvSpPr txBox="1"/>
            <p:nvPr/>
          </p:nvSpPr>
          <p:spPr>
            <a:xfrm>
              <a:off x="3354222" y="2009950"/>
              <a:ext cx="74859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oxigenesis Rg" panose="020B0803040200010104" pitchFamily="34" charset="0"/>
                  <a:ea typeface="DotumChe" panose="020B0609000101010101" pitchFamily="49" charset="-127"/>
                </a:rPr>
                <a:t>e</a:t>
              </a:r>
              <a:endParaRPr lang="zh-CN" altLang="en-US" sz="13800" b="1" kern="0" spc="-100" dirty="0">
                <a:solidFill>
                  <a:schemeClr val="tx2">
                    <a:lumMod val="90000"/>
                    <a:lumOff val="10000"/>
                  </a:schemeClr>
                </a:solidFill>
                <a:latin typeface="Toxigenesis Rg" panose="020B0803040200010104" pitchFamily="34" charset="0"/>
                <a:ea typeface="DotumChe" panose="020B0609000101010101" pitchFamily="49" charset="-127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8F2ABF5-460D-10A1-14B4-892EBB453E7F}"/>
                </a:ext>
              </a:extLst>
            </p:cNvPr>
            <p:cNvSpPr txBox="1"/>
            <p:nvPr/>
          </p:nvSpPr>
          <p:spPr>
            <a:xfrm>
              <a:off x="3816517" y="2009731"/>
              <a:ext cx="128126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D</a:t>
              </a:r>
              <a:endParaRPr lang="zh-CN" altLang="en-US" sz="8000" b="1" kern="0" spc="-100" dirty="0">
                <a:solidFill>
                  <a:schemeClr val="tx2">
                    <a:lumMod val="90000"/>
                    <a:lumOff val="10000"/>
                  </a:schemeClr>
                </a:solidFill>
                <a:latin typeface="Toxigenesis Rg" panose="020B08030402000101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6CAE8E-5B38-1C15-1AF2-1526ADD5F9AF}"/>
                </a:ext>
              </a:extLst>
            </p:cNvPr>
            <p:cNvSpPr txBox="1"/>
            <p:nvPr/>
          </p:nvSpPr>
          <p:spPr>
            <a:xfrm>
              <a:off x="4937857" y="1996200"/>
              <a:ext cx="7961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A</a:t>
              </a:r>
              <a:endParaRPr lang="zh-CN" altLang="en-US" sz="8000" b="1" kern="0" spc="-100" dirty="0">
                <a:solidFill>
                  <a:schemeClr val="tx2">
                    <a:lumMod val="90000"/>
                    <a:lumOff val="10000"/>
                  </a:schemeClr>
                </a:solidFill>
                <a:latin typeface="Toxigenesis Rg" panose="020B08030402000101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99364E6-BF01-5387-4DE5-776AD80F1495}"/>
                </a:ext>
              </a:extLst>
            </p:cNvPr>
            <p:cNvSpPr txBox="1"/>
            <p:nvPr/>
          </p:nvSpPr>
          <p:spPr>
            <a:xfrm>
              <a:off x="5803506" y="2009731"/>
              <a:ext cx="87969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S</a:t>
              </a:r>
              <a:endParaRPr lang="zh-CN" altLang="en-US" sz="8000" b="1" kern="0" spc="-100" dirty="0">
                <a:solidFill>
                  <a:schemeClr val="tx2">
                    <a:lumMod val="90000"/>
                    <a:lumOff val="10000"/>
                  </a:schemeClr>
                </a:solidFill>
                <a:latin typeface="Toxigenesis Rg" panose="020B0803040200010104" pitchFamily="34" charset="0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780D53AB-C234-2A04-27C8-F74E63E3D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66" y="1186463"/>
            <a:ext cx="4277999" cy="37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80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53C43DD-E7A1-065B-B153-F02CAF9A0C4C}"/>
              </a:ext>
            </a:extLst>
          </p:cNvPr>
          <p:cNvSpPr/>
          <p:nvPr/>
        </p:nvSpPr>
        <p:spPr>
          <a:xfrm>
            <a:off x="809718" y="284163"/>
            <a:ext cx="3251964" cy="3097452"/>
          </a:xfrm>
          <a:prstGeom prst="roundRect">
            <a:avLst>
              <a:gd name="adj" fmla="val 14003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  <a:alpha val="56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091498-0412-8E86-9C1C-B7A4C88A0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799" y="2084668"/>
            <a:ext cx="4277999" cy="3700593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3B3A75C7-A4A8-12AB-5CB2-F58796E478CD}"/>
              </a:ext>
            </a:extLst>
          </p:cNvPr>
          <p:cNvGrpSpPr/>
          <p:nvPr/>
        </p:nvGrpSpPr>
        <p:grpSpPr>
          <a:xfrm>
            <a:off x="4698863" y="836238"/>
            <a:ext cx="3328974" cy="1460300"/>
            <a:chOff x="3354222" y="1996200"/>
            <a:chExt cx="3328974" cy="146030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CB0ECAD-8B7F-AC08-8DD1-99CFC8E11753}"/>
                </a:ext>
              </a:extLst>
            </p:cNvPr>
            <p:cNvSpPr txBox="1"/>
            <p:nvPr/>
          </p:nvSpPr>
          <p:spPr>
            <a:xfrm>
              <a:off x="3354222" y="2009950"/>
              <a:ext cx="74859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DotumChe" panose="020B0609000101010101" pitchFamily="49" charset="-127"/>
                </a:rPr>
                <a:t>e</a:t>
              </a:r>
              <a:endParaRPr lang="zh-CN" altLang="en-US" sz="13800" b="1" kern="0" spc="-100" dirty="0">
                <a:solidFill>
                  <a:schemeClr val="bg1"/>
                </a:solidFill>
                <a:latin typeface="Toxigenesis Rg" panose="020B0803040200010104" pitchFamily="34" charset="0"/>
                <a:ea typeface="DotumChe" panose="020B0609000101010101" pitchFamily="49" charset="-127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CE06478-A664-4FF3-D101-B1DC17F2652D}"/>
                </a:ext>
              </a:extLst>
            </p:cNvPr>
            <p:cNvSpPr txBox="1"/>
            <p:nvPr/>
          </p:nvSpPr>
          <p:spPr>
            <a:xfrm>
              <a:off x="3816517" y="2009731"/>
              <a:ext cx="128126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D</a:t>
              </a:r>
              <a:endParaRPr lang="zh-CN" altLang="en-US" sz="8000" b="1" kern="0" spc="-100" dirty="0">
                <a:solidFill>
                  <a:schemeClr val="bg1"/>
                </a:solidFill>
                <a:latin typeface="Toxigenesis Rg" panose="020B08030402000101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D995225-FA49-384A-75BE-4A430F6DE8F2}"/>
                </a:ext>
              </a:extLst>
            </p:cNvPr>
            <p:cNvSpPr txBox="1"/>
            <p:nvPr/>
          </p:nvSpPr>
          <p:spPr>
            <a:xfrm>
              <a:off x="4937857" y="1996200"/>
              <a:ext cx="7961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A</a:t>
              </a:r>
              <a:endParaRPr lang="zh-CN" altLang="en-US" sz="8000" b="1" kern="0" spc="-100" dirty="0">
                <a:solidFill>
                  <a:schemeClr val="bg1"/>
                </a:solidFill>
                <a:latin typeface="Toxigenesis Rg" panose="020B08030402000101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83F8118-7490-0AA8-9D63-C34C39178E06}"/>
                </a:ext>
              </a:extLst>
            </p:cNvPr>
            <p:cNvSpPr txBox="1"/>
            <p:nvPr/>
          </p:nvSpPr>
          <p:spPr>
            <a:xfrm>
              <a:off x="5803506" y="2009731"/>
              <a:ext cx="87969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S</a:t>
              </a:r>
              <a:endParaRPr lang="zh-CN" altLang="en-US" sz="8000" b="1" kern="0" spc="-100" dirty="0">
                <a:solidFill>
                  <a:schemeClr val="bg1"/>
                </a:solidFill>
                <a:latin typeface="Toxigenesis Rg" panose="020B0803040200010104" pitchFamily="34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832AB35-70A8-0F44-2BBE-4F230972B95C}"/>
              </a:ext>
            </a:extLst>
          </p:cNvPr>
          <p:cNvGrpSpPr/>
          <p:nvPr/>
        </p:nvGrpSpPr>
        <p:grpSpPr>
          <a:xfrm>
            <a:off x="2118485" y="3934964"/>
            <a:ext cx="3328974" cy="1460300"/>
            <a:chOff x="3354222" y="1996200"/>
            <a:chExt cx="3328974" cy="146030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EA04A7D-A520-468D-94DB-388B7DCF9A56}"/>
                </a:ext>
              </a:extLst>
            </p:cNvPr>
            <p:cNvSpPr txBox="1"/>
            <p:nvPr/>
          </p:nvSpPr>
          <p:spPr>
            <a:xfrm>
              <a:off x="3354222" y="2009950"/>
              <a:ext cx="74859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DotumChe" panose="020B0609000101010101" pitchFamily="49" charset="-127"/>
                </a:rPr>
                <a:t>e</a:t>
              </a:r>
              <a:endParaRPr lang="zh-CN" altLang="en-US" sz="13800" b="1" kern="0" spc="-100" dirty="0">
                <a:solidFill>
                  <a:schemeClr val="bg1"/>
                </a:solidFill>
                <a:latin typeface="Toxigenesis Rg" panose="020B0803040200010104" pitchFamily="34" charset="0"/>
                <a:ea typeface="DotumChe" panose="020B0609000101010101" pitchFamily="49" charset="-127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144F24B-D4EA-DCD3-1683-D60B92D2AA63}"/>
                </a:ext>
              </a:extLst>
            </p:cNvPr>
            <p:cNvSpPr txBox="1"/>
            <p:nvPr/>
          </p:nvSpPr>
          <p:spPr>
            <a:xfrm>
              <a:off x="3816517" y="2009731"/>
              <a:ext cx="128126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D</a:t>
              </a:r>
              <a:endParaRPr lang="zh-CN" altLang="en-US" sz="8000" b="1" kern="0" spc="-100" dirty="0">
                <a:solidFill>
                  <a:schemeClr val="bg1"/>
                </a:solidFill>
                <a:latin typeface="Toxigenesis Rg" panose="020B08030402000101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D12C4E7-3AC3-845A-8F3D-A6518C6F7C19}"/>
                </a:ext>
              </a:extLst>
            </p:cNvPr>
            <p:cNvSpPr txBox="1"/>
            <p:nvPr/>
          </p:nvSpPr>
          <p:spPr>
            <a:xfrm>
              <a:off x="4937857" y="1996200"/>
              <a:ext cx="7961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A</a:t>
              </a:r>
              <a:endParaRPr lang="zh-CN" altLang="en-US" sz="8000" b="1" kern="0" spc="-100" dirty="0">
                <a:solidFill>
                  <a:schemeClr val="bg1"/>
                </a:solidFill>
                <a:latin typeface="Toxigenesis Rg" panose="020B08030402000101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69C62CD-D2AB-67EF-69E7-D9FBE1020B11}"/>
                </a:ext>
              </a:extLst>
            </p:cNvPr>
            <p:cNvSpPr txBox="1"/>
            <p:nvPr/>
          </p:nvSpPr>
          <p:spPr>
            <a:xfrm>
              <a:off x="5803506" y="2009731"/>
              <a:ext cx="87969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kern="0" spc="-100" dirty="0">
                  <a:solidFill>
                    <a:schemeClr val="bg1"/>
                  </a:solidFill>
                  <a:latin typeface="Toxigenesis Rg" panose="020B0803040200010104" pitchFamily="34" charset="0"/>
                  <a:ea typeface="Segoe UI Emoji" panose="020B0502040204020203" pitchFamily="34" charset="0"/>
                </a:rPr>
                <a:t>S</a:t>
              </a:r>
              <a:endParaRPr lang="zh-CN" altLang="en-US" sz="8000" b="1" kern="0" spc="-100" dirty="0">
                <a:solidFill>
                  <a:schemeClr val="bg1"/>
                </a:solidFill>
                <a:latin typeface="Toxigenesis Rg" panose="020B0803040200010104" pitchFamily="34" charset="0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CB661271-A588-A980-2FE8-5D6C79056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14" y="284163"/>
            <a:ext cx="4348343" cy="344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74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</Words>
  <Application>Microsoft Office PowerPoint</Application>
  <PresentationFormat>宽屏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Toxigenesis Rg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 国恒</dc:creator>
  <cp:lastModifiedBy>齐 国恒</cp:lastModifiedBy>
  <cp:revision>5</cp:revision>
  <dcterms:created xsi:type="dcterms:W3CDTF">2026-06-13T16:44:22Z</dcterms:created>
  <dcterms:modified xsi:type="dcterms:W3CDTF">2026-06-17T07:59:52Z</dcterms:modified>
</cp:coreProperties>
</file>